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Quiz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Grade Level: Grade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