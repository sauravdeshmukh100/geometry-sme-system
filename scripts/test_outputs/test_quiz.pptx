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Geometry Quiz: Triangles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Grade Level: Grade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What is the sum of angles in a triangle?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73151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A) 90°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40"/>
            <a:ext cx="73151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B) 180°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73151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C) 270°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73151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D) 360°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Define an isosceles triangle.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