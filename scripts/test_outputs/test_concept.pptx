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Pythagorean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Pythagorean Theorem states that in a right triangle, the square of the hypotenuse equals the sum of squares of the other two sides.</a:t>
            </a:r>
          </a:p>
          <a:p>
            <a:pPr/>
            <a:r>
              <a:t>Formula: a² + b² = c²</a:t>
            </a:r>
          </a:p>
          <a:p>
            <a:pPr/>
            <a:r>
              <a:t>Where:</a:t>
            </a:r>
            <a:br/>
            <a:r>
              <a:t>- a and b are the lengths of the legs</a:t>
            </a:r>
            <a:br/>
            <a:r>
              <a:t>- c is the length of the hypotenuse</a:t>
            </a:r>
          </a:p>
          <a:p>
            <a:pPr/>
            <a:r>
              <a:t>Example: If a = 3 and b = 4, then c² = 9 + 16 = 25, so c =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